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61736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5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5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4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4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1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06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9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86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73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9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0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941342"/>
            <a:ext cx="5308866" cy="2082018"/>
          </a:xfrm>
        </p:spPr>
        <p:txBody>
          <a:bodyPr>
            <a:normAutofit fontScale="90000"/>
          </a:bodyPr>
          <a:lstStyle/>
          <a:p>
            <a:r>
              <a:rPr dirty="0"/>
              <a:t>DATA ENGINEERING PIPELINE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Python &amp; GCP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sales data is not structured for analytics</a:t>
            </a:r>
          </a:p>
          <a:p>
            <a:r>
              <a:t>Data stored in transactional format</a:t>
            </a:r>
          </a:p>
          <a:p>
            <a:r>
              <a:t>No reporting or aggregation layer</a:t>
            </a:r>
          </a:p>
          <a:p>
            <a:r>
              <a:t>Manual processing not scalable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raw data into insights</a:t>
            </a:r>
          </a:p>
          <a:p>
            <a:r>
              <a:t>Enable reporting and analysis</a:t>
            </a:r>
          </a:p>
          <a:p>
            <a:r>
              <a:t>Automate data processing</a:t>
            </a:r>
          </a:p>
          <a:p>
            <a:r>
              <a:t>Build scalable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Supermarket sales dataset</a:t>
            </a:r>
          </a:p>
          <a:p>
            <a:r>
              <a:t>Includes customer, product, sales details</a:t>
            </a:r>
          </a:p>
          <a:p>
            <a:r>
              <a:t>Transactional level data</a:t>
            </a:r>
          </a:p>
          <a:p>
            <a:r>
              <a:t>Used for analytical transformation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 ETL methodology</a:t>
            </a:r>
          </a:p>
          <a:p>
            <a:r>
              <a:t>Extract → Transform → Load</a:t>
            </a:r>
          </a:p>
          <a:p>
            <a:r>
              <a:t>Build star schema</a:t>
            </a:r>
          </a:p>
          <a:p>
            <a:r>
              <a:t>Enable reporting using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/>
              <a:t>Kaggle Dataset</a:t>
            </a:r>
          </a:p>
          <a:p>
            <a:r>
              <a:rPr dirty="0"/>
              <a:t>↓</a:t>
            </a:r>
          </a:p>
          <a:p>
            <a:r>
              <a:rPr dirty="0"/>
              <a:t>Python Extraction</a:t>
            </a:r>
          </a:p>
          <a:p>
            <a:r>
              <a:rPr dirty="0"/>
              <a:t>↓</a:t>
            </a:r>
          </a:p>
          <a:p>
            <a:r>
              <a:rPr dirty="0"/>
              <a:t>Data Transformation</a:t>
            </a:r>
          </a:p>
          <a:p>
            <a:r>
              <a:rPr dirty="0"/>
              <a:t>↓</a:t>
            </a:r>
          </a:p>
          <a:p>
            <a:r>
              <a:rPr dirty="0"/>
              <a:t>Dimension + Fact Tables</a:t>
            </a:r>
          </a:p>
          <a:p>
            <a:r>
              <a:rPr dirty="0"/>
              <a:t>↓</a:t>
            </a:r>
          </a:p>
          <a:p>
            <a:r>
              <a:rPr dirty="0"/>
              <a:t>SQLite Database</a:t>
            </a:r>
          </a:p>
          <a:p>
            <a:r>
              <a:rPr dirty="0"/>
              <a:t>↓</a:t>
            </a:r>
          </a:p>
          <a:p>
            <a:r>
              <a:rPr dirty="0"/>
              <a:t>SQL Reporting</a:t>
            </a:r>
          </a:p>
          <a:p>
            <a:r>
              <a:rPr dirty="0"/>
              <a:t>↓</a:t>
            </a:r>
          </a:p>
          <a:p>
            <a:r>
              <a:rPr dirty="0"/>
              <a:t>GCP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 Schema used</a:t>
            </a:r>
          </a:p>
          <a:p>
            <a:r>
              <a:t>Dim tables: customer, product</a:t>
            </a:r>
          </a:p>
          <a:p>
            <a:r>
              <a:t>Fact table: sales</a:t>
            </a:r>
          </a:p>
          <a:p>
            <a:r>
              <a:t>Improves query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dim_customer → customer info</a:t>
            </a:r>
          </a:p>
          <a:p>
            <a:r>
              <a:t>dim_product → product categories</a:t>
            </a:r>
          </a:p>
          <a:p>
            <a:r>
              <a:t>Contains unique records</a:t>
            </a:r>
          </a:p>
          <a:p>
            <a:r>
              <a:t>Uses surrogate keys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transactions</a:t>
            </a:r>
          </a:p>
          <a:p>
            <a:r>
              <a:t>Links to dimension tables</a:t>
            </a:r>
          </a:p>
          <a:p>
            <a:r>
              <a:t>Contains metrics like quantity, total</a:t>
            </a:r>
          </a:p>
          <a:p>
            <a:r>
              <a:t>Central table for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 duplicates</a:t>
            </a:r>
          </a:p>
          <a:p>
            <a:r>
              <a:t>Generate IDs</a:t>
            </a:r>
          </a:p>
          <a:p>
            <a:r>
              <a:t>Standardize column names</a:t>
            </a:r>
          </a:p>
          <a:p>
            <a:r>
              <a:t>Merge data to build fact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Pandas for transformation</a:t>
            </a:r>
          </a:p>
          <a:p>
            <a:r>
              <a:t>Handled data cleaning</a:t>
            </a:r>
          </a:p>
          <a:p>
            <a:r>
              <a:t>Created structured tables</a:t>
            </a:r>
          </a:p>
          <a:p>
            <a:r>
              <a:t>Prepared data for SQL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used for storage</a:t>
            </a:r>
          </a:p>
          <a:p>
            <a:r>
              <a:t>Lightweight relational DB</a:t>
            </a:r>
          </a:p>
          <a:p>
            <a:r>
              <a:t>Stores dimension + fact tables</a:t>
            </a:r>
          </a:p>
          <a:p>
            <a:r>
              <a:t>Supports SQL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 used to combine tables</a:t>
            </a:r>
          </a:p>
          <a:p>
            <a:r>
              <a:t>Aggregation using SUM and AVG</a:t>
            </a:r>
          </a:p>
          <a:p>
            <a:r>
              <a:t>Window function (RANK)</a:t>
            </a:r>
          </a:p>
          <a:p>
            <a:r>
              <a:t>Provides business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by product category</a:t>
            </a:r>
          </a:p>
          <a:p>
            <a:r>
              <a:t>Gender-based performance</a:t>
            </a:r>
          </a:p>
          <a:p>
            <a:r>
              <a:t>Ranking of categories</a:t>
            </a:r>
          </a:p>
          <a:p>
            <a:r>
              <a:t>Helps decision making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Function → Extraction</a:t>
            </a:r>
          </a:p>
          <a:p>
            <a:r>
              <a:t>Cloud Storage → Raw data</a:t>
            </a:r>
          </a:p>
          <a:p>
            <a:r>
              <a:t>Dataflow → Processing</a:t>
            </a:r>
          </a:p>
          <a:p>
            <a:r>
              <a:t>BigQuery → Data warehouse</a:t>
            </a:r>
          </a:p>
          <a:p>
            <a:r>
              <a:t>Looker → Visualization</a:t>
            </a:r>
          </a:p>
          <a:p>
            <a:r>
              <a:t>Composer → Orchestration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large datasets</a:t>
            </a:r>
          </a:p>
          <a:p>
            <a:r>
              <a:t>Distributed processing</a:t>
            </a:r>
          </a:p>
          <a:p>
            <a:r>
              <a:t>Automated pipelines</a:t>
            </a:r>
          </a:p>
          <a:p>
            <a:r>
              <a:t>Real-time capability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end-to-end pipeline</a:t>
            </a:r>
          </a:p>
          <a:p>
            <a:r>
              <a:t>Enabled analytics using SQL</a:t>
            </a:r>
          </a:p>
          <a:p>
            <a:r>
              <a:t>Designed scalable architecture</a:t>
            </a:r>
          </a:p>
          <a:p>
            <a:r>
              <a:t>Ready for production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</TotalTime>
  <Words>298</Words>
  <Application>Microsoft Office PowerPoint</Application>
  <PresentationFormat>On-screen Show (4:3)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Corbel</vt:lpstr>
      <vt:lpstr>Parallax</vt:lpstr>
      <vt:lpstr>DATA ENGINEERING PIPELINE DESIGN</vt:lpstr>
      <vt:lpstr>Problem Statement</vt:lpstr>
      <vt:lpstr>Business Goal</vt:lpstr>
      <vt:lpstr>Dataset Overview</vt:lpstr>
      <vt:lpstr>Solution Approach</vt:lpstr>
      <vt:lpstr>Pipeline Flow</vt:lpstr>
      <vt:lpstr>Data Modeling</vt:lpstr>
      <vt:lpstr>Dimension Tables</vt:lpstr>
      <vt:lpstr>Fact Table</vt:lpstr>
      <vt:lpstr>Transformation Logic</vt:lpstr>
      <vt:lpstr>Python Processing</vt:lpstr>
      <vt:lpstr>Database Layer</vt:lpstr>
      <vt:lpstr>SQL Analytics</vt:lpstr>
      <vt:lpstr>Sample Insight</vt:lpstr>
      <vt:lpstr>GCP Architecture</vt:lpstr>
      <vt:lpstr>Scalability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PIPELINE DESIGN</dc:title>
  <dc:subject/>
  <dc:creator>PC</dc:creator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2026-04-23T11:40:20Z</dcterms:modified>
  <cp:category/>
</cp:coreProperties>
</file>